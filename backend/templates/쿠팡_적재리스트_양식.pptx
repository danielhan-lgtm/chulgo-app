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332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5E97DC-CC71-4FC7-900F-BD884A36CC4D}" v="9" dt="2026-06-25T03:54:02.8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nhyeok han" userId="837cce95c763fc23" providerId="LiveId" clId="{A00F1D84-C31A-4E58-B268-5FCCFA9B8389}"/>
    <pc:docChg chg="delSld modSld">
      <pc:chgData name="junhyeok han" userId="837cce95c763fc23" providerId="LiveId" clId="{A00F1D84-C31A-4E58-B268-5FCCFA9B8389}" dt="2026-06-25T03:54:02.875" v="96"/>
      <pc:docMkLst>
        <pc:docMk/>
      </pc:docMkLst>
      <pc:sldChg chg="modSp mod">
        <pc:chgData name="junhyeok han" userId="837cce95c763fc23" providerId="LiveId" clId="{A00F1D84-C31A-4E58-B268-5FCCFA9B8389}" dt="2026-06-25T03:54:02.875" v="96"/>
        <pc:sldMkLst>
          <pc:docMk/>
          <pc:sldMk cId="3060454512" sldId="332"/>
        </pc:sldMkLst>
        <pc:spChg chg="mod">
          <ac:chgData name="junhyeok han" userId="837cce95c763fc23" providerId="LiveId" clId="{A00F1D84-C31A-4E58-B268-5FCCFA9B8389}" dt="2026-06-25T03:52:14.541" v="12" actId="20577"/>
          <ac:spMkLst>
            <pc:docMk/>
            <pc:sldMk cId="3060454512" sldId="332"/>
            <ac:spMk id="10" creationId="{B62BA05B-2870-8067-DB23-44E4D96D6222}"/>
          </ac:spMkLst>
        </pc:spChg>
        <pc:spChg chg="mod">
          <ac:chgData name="junhyeok han" userId="837cce95c763fc23" providerId="LiveId" clId="{A00F1D84-C31A-4E58-B268-5FCCFA9B8389}" dt="2026-06-25T03:52:24.879" v="36" actId="20577"/>
          <ac:spMkLst>
            <pc:docMk/>
            <pc:sldMk cId="3060454512" sldId="332"/>
            <ac:spMk id="19" creationId="{8F6A1E3F-B5F7-8ADA-0574-681F6D22F302}"/>
          </ac:spMkLst>
        </pc:spChg>
        <pc:graphicFrameChg chg="mod modGraphic">
          <ac:chgData name="junhyeok han" userId="837cce95c763fc23" providerId="LiveId" clId="{A00F1D84-C31A-4E58-B268-5FCCFA9B8389}" dt="2026-06-25T03:54:02.875" v="96"/>
          <ac:graphicFrameMkLst>
            <pc:docMk/>
            <pc:sldMk cId="3060454512" sldId="332"/>
            <ac:graphicFrameMk id="13" creationId="{725F4D81-C4FC-081A-05E4-70D81C0D645D}"/>
          </ac:graphicFrameMkLst>
        </pc:graphicFrameChg>
      </pc:sldChg>
      <pc:sldChg chg="del">
        <pc:chgData name="junhyeok han" userId="837cce95c763fc23" providerId="LiveId" clId="{A00F1D84-C31A-4E58-B268-5FCCFA9B8389}" dt="2026-06-25T03:52:01.717" v="0" actId="47"/>
        <pc:sldMkLst>
          <pc:docMk/>
          <pc:sldMk cId="2730321148" sldId="333"/>
        </pc:sldMkLst>
      </pc:sldChg>
      <pc:sldChg chg="del">
        <pc:chgData name="junhyeok han" userId="837cce95c763fc23" providerId="LiveId" clId="{A00F1D84-C31A-4E58-B268-5FCCFA9B8389}" dt="2026-06-25T03:52:01.870" v="1" actId="47"/>
        <pc:sldMkLst>
          <pc:docMk/>
          <pc:sldMk cId="889717029" sldId="334"/>
        </pc:sldMkLst>
      </pc:sldChg>
      <pc:sldChg chg="del">
        <pc:chgData name="junhyeok han" userId="837cce95c763fc23" providerId="LiveId" clId="{A00F1D84-C31A-4E58-B268-5FCCFA9B8389}" dt="2026-06-25T03:52:02.006" v="2" actId="47"/>
        <pc:sldMkLst>
          <pc:docMk/>
          <pc:sldMk cId="1199816131" sldId="335"/>
        </pc:sldMkLst>
      </pc:sldChg>
      <pc:sldChg chg="del">
        <pc:chgData name="junhyeok han" userId="837cce95c763fc23" providerId="LiveId" clId="{A00F1D84-C31A-4E58-B268-5FCCFA9B8389}" dt="2026-06-25T03:52:02.136" v="3" actId="47"/>
        <pc:sldMkLst>
          <pc:docMk/>
          <pc:sldMk cId="4251817101" sldId="336"/>
        </pc:sldMkLst>
      </pc:sldChg>
      <pc:sldChg chg="del">
        <pc:chgData name="junhyeok han" userId="837cce95c763fc23" providerId="LiveId" clId="{A00F1D84-C31A-4E58-B268-5FCCFA9B8389}" dt="2026-06-25T03:52:02.289" v="4" actId="47"/>
        <pc:sldMkLst>
          <pc:docMk/>
          <pc:sldMk cId="2132925085" sldId="33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69F4F2-23A8-9507-EE5B-CD9EDAD97A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A047F38-883D-CF6A-B319-DC43E25B61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336170-9CAF-5779-52A1-70FD5092C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9C0B4-DD03-40A0-92DE-043301F73B1A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FDF31B-E9F7-DAF2-9A8D-6DBE9A79D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8BFF37-CA24-BB85-CF48-BAE207C31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A2C7-8C74-4C8B-A275-346117CA58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4097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DB1AE4-3E98-2F07-1948-CF1357BC2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7C94A9-10DB-C0DB-F394-978ACC11F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6159BA-A3D6-B8F9-C3A7-197C763D9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9C0B4-DD03-40A0-92DE-043301F73B1A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FBC87D-4E00-9758-69E3-25A46C8C0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CE9613-7BF8-7D7E-DAFF-59AA60A29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A2C7-8C74-4C8B-A275-346117CA58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4937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BADB1B-DD5B-AAA8-DFD0-F24BF9926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A3BA81-2A8A-840B-31CE-B3485FF9C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F47E74-BFA4-4575-75D9-9DAA72B22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9C0B4-DD03-40A0-92DE-043301F73B1A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E18008-B0E1-A319-8D5B-8EED086E8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BE17CD-A4AD-A6BC-2D7B-D2C0B8546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A2C7-8C74-4C8B-A275-346117CA58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0983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8DF580-99E5-0AAB-539F-8952F224B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58017A-FD48-0C07-C26D-9AA496B73A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575C9E8-9BEA-494D-44AF-67FE2EA94A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87D420-0EED-8FB5-E12B-17FD62C63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9C0B4-DD03-40A0-92DE-043301F73B1A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4684AA2-7B0A-D204-CBF8-449BACD1A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36688A3-A957-BA12-09BE-7D1C41C1B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A2C7-8C74-4C8B-A275-346117CA58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434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4E2FD0-504B-F30D-E092-07E441887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9C28A1-A3D0-CDEA-5F45-45D1E368B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B9179D-6990-9548-2B3F-6557460CA4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4E54000-2464-739A-08EA-9145BC433E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EEDBE6E-AF86-B4DD-B53D-8A47098035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6AD5E41-57CB-A79F-300F-2E7144F89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9C0B4-DD03-40A0-92DE-043301F73B1A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DBD21E3-2119-6B1E-648A-ABC803C43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AB3CCA4-E783-6CB6-3004-7AE0A6635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A2C7-8C74-4C8B-A275-346117CA58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57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5B85F6-FEC3-F901-E6CC-A437D1620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B0C46F8-58FD-1B46-FEB6-F0C4F360F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9C0B4-DD03-40A0-92DE-043301F73B1A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3EC072-2B01-D2FC-DBDF-7F910190C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68D1473-5863-883E-DEDE-6A40AE5C7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A2C7-8C74-4C8B-A275-346117CA58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087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A33ABC9-62B2-65F6-780D-D92C978FC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9C0B4-DD03-40A0-92DE-043301F73B1A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1E07DF6-C279-F891-E2E8-C2BE6A867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8F94D3-26A6-11FA-27B1-7E52AE396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A2C7-8C74-4C8B-A275-346117CA58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7954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AC66A1-A377-8C15-AF52-0F6FDD555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D536F2-8C30-C9CF-C786-A1E26EFAA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692ECD3-04B2-DFDC-523A-3CCBA4DF5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738903-183E-BE6A-A920-28944C70B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9C0B4-DD03-40A0-92DE-043301F73B1A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D44B97-1C4E-86D4-9AC2-7AA6C4F4C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62075D-A407-AE58-C12F-8A7A59880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A2C7-8C74-4C8B-A275-346117CA58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6388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B204E1-1FD1-B998-A7FF-726C4D6E4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7148628-BA11-01F4-0AC5-0E51B56593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410D51-C77F-992F-5319-15247A27E5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422031-179C-EF14-7D48-F0FD42DB1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9C0B4-DD03-40A0-92DE-043301F73B1A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E607AD-DB7C-C835-7233-CD3D50B49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1B31DAF-30EA-E6B5-0F35-EB2E7D80C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A2C7-8C74-4C8B-A275-346117CA58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978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B1CFA6-0A73-FAD7-F5BD-57449D8E5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70F318-869A-5F7C-DEE6-505ADD4C33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3458BD-0550-D78A-43DA-AED5F3F90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9C0B4-DD03-40A0-92DE-043301F73B1A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426FD0-EFBF-E43A-0175-D9396E6DC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10346E-2F43-31BB-1665-85DF2227F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A2C7-8C74-4C8B-A275-346117CA58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3150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5C870D5-4584-2459-F125-EDDCAE60B9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FF7AFE-1EFA-1579-18D5-D54D51BEE7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1E5CC4-9E7D-4102-DABE-1B5FC4094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9C0B4-DD03-40A0-92DE-043301F73B1A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4A0BD5-D222-EDA6-0FB0-92CE18A12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D8840C-F943-E888-B0B3-FF5102373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A2C7-8C74-4C8B-A275-346117CA58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5482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747FFD6-C91B-2F66-51C4-42319A39F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9034D7-26DB-0BE9-5D76-93EA69730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3D9516-9AA2-F359-FCAA-7C634E930C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19C0B4-DD03-40A0-92DE-043301F73B1A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CC93A9-BD2F-2801-42DE-F8186531D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4233AE-DF22-5668-8EA2-C13FAC7606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E1A2C7-8C74-4C8B-A275-346117CA58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6877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0289D-09F6-BCF2-AFB2-46B6FF27A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751CFA8D-3559-8D8E-8D2B-5B5DC5968205}"/>
              </a:ext>
            </a:extLst>
          </p:cNvPr>
          <p:cNvSpPr/>
          <p:nvPr/>
        </p:nvSpPr>
        <p:spPr>
          <a:xfrm>
            <a:off x="274320" y="692696"/>
            <a:ext cx="11612880" cy="5904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kumimoji="1"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7BDFD6-2A90-55B7-4826-5AC56907069F}"/>
              </a:ext>
            </a:extLst>
          </p:cNvPr>
          <p:cNvSpPr txBox="1"/>
          <p:nvPr/>
        </p:nvSpPr>
        <p:spPr>
          <a:xfrm>
            <a:off x="1580326" y="87016"/>
            <a:ext cx="9052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u="sng" dirty="0" err="1"/>
              <a:t>쿠팡</a:t>
            </a:r>
            <a:r>
              <a:rPr lang="ko-KR" altLang="en-US" sz="2400" b="1" u="sng" dirty="0"/>
              <a:t> 팔레트 적재리스트</a:t>
            </a:r>
            <a:r>
              <a:rPr lang="en-US" altLang="ko-KR" sz="2400" b="1" u="sng" dirty="0"/>
              <a:t>(</a:t>
            </a:r>
            <a:r>
              <a:rPr lang="ko-KR" altLang="en-US" sz="2400" b="1" u="sng" dirty="0"/>
              <a:t>필수작성</a:t>
            </a:r>
            <a:r>
              <a:rPr lang="en-US" altLang="ko-KR" sz="2400" b="1" u="sng" dirty="0"/>
              <a:t>)</a:t>
            </a:r>
            <a:endParaRPr lang="ko-KR" altLang="en-US" sz="2400" b="1" u="sn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2BA05B-2870-8067-DB23-44E4D96D6222}"/>
              </a:ext>
            </a:extLst>
          </p:cNvPr>
          <p:cNvSpPr txBox="1"/>
          <p:nvPr/>
        </p:nvSpPr>
        <p:spPr>
          <a:xfrm>
            <a:off x="1991544" y="815468"/>
            <a:ext cx="80648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b="1" dirty="0"/>
              <a:t> </a:t>
            </a:r>
            <a:r>
              <a:rPr kumimoji="1" lang="en-US" altLang="ko-KR" sz="2000" b="1" dirty="0"/>
              <a:t>1-1  /</a:t>
            </a:r>
            <a:r>
              <a:rPr kumimoji="1" lang="ko-KR" altLang="en-US" sz="2000" b="1" dirty="0"/>
              <a:t>     박스수량</a:t>
            </a:r>
            <a:r>
              <a:rPr kumimoji="1" lang="en-US" altLang="ko-KR" sz="2000" b="1" dirty="0"/>
              <a:t>.</a:t>
            </a:r>
            <a:r>
              <a:rPr kumimoji="1" lang="ko-KR" altLang="en-US" sz="2000" b="1" dirty="0"/>
              <a:t>  </a:t>
            </a:r>
            <a:r>
              <a:rPr kumimoji="1" lang="en-US" altLang="ko-KR" sz="2000" b="1" dirty="0"/>
              <a:t>(</a:t>
            </a:r>
            <a:r>
              <a:rPr kumimoji="1" lang="ko-KR" altLang="en-US" sz="2000" b="1" dirty="0"/>
              <a:t>  </a:t>
            </a:r>
            <a:r>
              <a:rPr kumimoji="1" lang="en-US" altLang="ko-KR" sz="2000" b="1" dirty="0"/>
              <a:t>101 BOX)</a:t>
            </a:r>
            <a:endParaRPr kumimoji="1" lang="ko-KR" altLang="en-US" sz="20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6A1E3F-B5F7-8ADA-0574-681F6D22F302}"/>
              </a:ext>
            </a:extLst>
          </p:cNvPr>
          <p:cNvSpPr txBox="1"/>
          <p:nvPr/>
        </p:nvSpPr>
        <p:spPr>
          <a:xfrm>
            <a:off x="1991543" y="1268761"/>
            <a:ext cx="8778057" cy="1016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b="1" dirty="0"/>
              <a:t>입고예정일자</a:t>
            </a:r>
            <a:r>
              <a:rPr kumimoji="1" lang="en-US" altLang="ko-KR" sz="2000" b="1" dirty="0"/>
              <a:t>.</a:t>
            </a:r>
            <a:r>
              <a:rPr kumimoji="1" lang="ko-KR" altLang="en-US" sz="2000" b="1" dirty="0"/>
              <a:t> </a:t>
            </a:r>
            <a:r>
              <a:rPr kumimoji="1" lang="en-US" altLang="ko-KR" sz="2000" b="1" dirty="0"/>
              <a:t>(</a:t>
            </a:r>
            <a:r>
              <a:rPr kumimoji="1" lang="ko-KR" altLang="en-US" sz="2000" b="1" dirty="0"/>
              <a:t>   </a:t>
            </a:r>
            <a:r>
              <a:rPr kumimoji="1" lang="en-US" altLang="ko-KR" sz="2000" b="1" dirty="0"/>
              <a:t>6</a:t>
            </a:r>
            <a:r>
              <a:rPr kumimoji="1" lang="ko-KR" altLang="en-US" sz="2000" b="1" dirty="0"/>
              <a:t>  월</a:t>
            </a:r>
            <a:r>
              <a:rPr kumimoji="1" lang="en-US" altLang="ko-KR" sz="2000" b="1" dirty="0"/>
              <a:t> </a:t>
            </a:r>
            <a:r>
              <a:rPr kumimoji="1" lang="ko-KR" altLang="en-US" sz="2000" b="1" dirty="0"/>
              <a:t>   </a:t>
            </a:r>
            <a:r>
              <a:rPr kumimoji="1" lang="en-US" altLang="ko-KR" sz="2000" b="1" dirty="0"/>
              <a:t>30</a:t>
            </a:r>
            <a:r>
              <a:rPr kumimoji="1" lang="ko-KR" altLang="en-US" sz="2000" b="1" dirty="0"/>
              <a:t>  일  </a:t>
            </a:r>
            <a:r>
              <a:rPr kumimoji="1" lang="en-US" altLang="ko-KR" sz="2000" b="1" dirty="0"/>
              <a:t>)</a:t>
            </a:r>
            <a:r>
              <a:rPr kumimoji="1" lang="ko-KR" altLang="en-US" sz="2000" b="1" dirty="0"/>
              <a:t>   </a:t>
            </a:r>
            <a:r>
              <a:rPr kumimoji="1" lang="en-US" altLang="ko-KR" sz="2000" b="1" dirty="0"/>
              <a:t>/</a:t>
            </a:r>
            <a:r>
              <a:rPr kumimoji="1" lang="ko-KR" altLang="en-US" sz="2000" b="1" dirty="0"/>
              <a:t>    납품센터명</a:t>
            </a:r>
            <a:r>
              <a:rPr kumimoji="1" lang="en-US" altLang="ko-KR" sz="2000" b="1" dirty="0"/>
              <a:t> (</a:t>
            </a:r>
            <a:r>
              <a:rPr kumimoji="1" lang="ko-KR" altLang="en-US" sz="2000" b="1" dirty="0"/>
              <a:t>창원</a:t>
            </a:r>
            <a:r>
              <a:rPr kumimoji="1" lang="en-US" altLang="ko-KR" sz="2000" b="1" dirty="0"/>
              <a:t>4)</a:t>
            </a:r>
          </a:p>
          <a:p>
            <a:r>
              <a:rPr kumimoji="1" lang="ko-KR" altLang="en-US" sz="2000" b="1" dirty="0" err="1"/>
              <a:t>업체명</a:t>
            </a:r>
            <a:r>
              <a:rPr kumimoji="1" lang="en-US" altLang="ko-KR" sz="2000" b="1" dirty="0"/>
              <a:t>. </a:t>
            </a:r>
            <a:r>
              <a:rPr kumimoji="1" lang="ko-KR" altLang="en-US" sz="2000" b="1" dirty="0"/>
              <a:t>        </a:t>
            </a:r>
            <a:r>
              <a:rPr kumimoji="1" lang="en-US" altLang="ko-KR" sz="2000" b="1" dirty="0"/>
              <a:t>(</a:t>
            </a:r>
            <a:r>
              <a:rPr kumimoji="1" lang="ko-KR" altLang="en-US" sz="2000" b="1" dirty="0"/>
              <a:t>    주식회사 </a:t>
            </a:r>
            <a:r>
              <a:rPr kumimoji="1" lang="ko-KR" altLang="en-US" sz="2000" b="1" dirty="0" err="1"/>
              <a:t>시나몬랩</a:t>
            </a:r>
            <a:r>
              <a:rPr kumimoji="1" lang="ko-KR" altLang="en-US" sz="2000" b="1" dirty="0"/>
              <a:t>        </a:t>
            </a:r>
            <a:r>
              <a:rPr kumimoji="1" lang="en-US" altLang="ko-KR" sz="2000" b="1" dirty="0"/>
              <a:t>)</a:t>
            </a:r>
          </a:p>
          <a:p>
            <a:r>
              <a:rPr kumimoji="1" lang="ko-KR" altLang="en-US" sz="2000" b="1" dirty="0" err="1"/>
              <a:t>입고요청서번호</a:t>
            </a:r>
            <a:r>
              <a:rPr kumimoji="1" lang="en-US" altLang="ko-KR" sz="2000" b="1" dirty="0"/>
              <a:t>. </a:t>
            </a:r>
            <a:r>
              <a:rPr kumimoji="1" lang="ko-KR" altLang="en-US" sz="2000" b="1" dirty="0"/>
              <a:t>     </a:t>
            </a:r>
            <a:r>
              <a:rPr kumimoji="1" lang="en-US" altLang="ko-KR" sz="2000" b="1" dirty="0"/>
              <a:t>(10505125)</a:t>
            </a:r>
            <a:endParaRPr kumimoji="1" lang="ko-KR" altLang="en-US" sz="2000" b="1" dirty="0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725F4D81-C4FC-081A-05E4-70D81C0D6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488322"/>
              </p:ext>
            </p:extLst>
          </p:nvPr>
        </p:nvGraphicFramePr>
        <p:xfrm>
          <a:off x="613954" y="2429246"/>
          <a:ext cx="10571282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2807">
                  <a:extLst>
                    <a:ext uri="{9D8B030D-6E8A-4147-A177-3AD203B41FA5}">
                      <a16:colId xmlns:a16="http://schemas.microsoft.com/office/drawing/2014/main" val="195056206"/>
                    </a:ext>
                  </a:extLst>
                </a:gridCol>
                <a:gridCol w="1599884">
                  <a:extLst>
                    <a:ext uri="{9D8B030D-6E8A-4147-A177-3AD203B41FA5}">
                      <a16:colId xmlns:a16="http://schemas.microsoft.com/office/drawing/2014/main" val="1451729322"/>
                    </a:ext>
                  </a:extLst>
                </a:gridCol>
                <a:gridCol w="5055639">
                  <a:extLst>
                    <a:ext uri="{9D8B030D-6E8A-4147-A177-3AD203B41FA5}">
                      <a16:colId xmlns:a16="http://schemas.microsoft.com/office/drawing/2014/main" val="3391094802"/>
                    </a:ext>
                  </a:extLst>
                </a:gridCol>
                <a:gridCol w="703447">
                  <a:extLst>
                    <a:ext uri="{9D8B030D-6E8A-4147-A177-3AD203B41FA5}">
                      <a16:colId xmlns:a16="http://schemas.microsoft.com/office/drawing/2014/main" val="1476401774"/>
                    </a:ext>
                  </a:extLst>
                </a:gridCol>
                <a:gridCol w="1025322">
                  <a:extLst>
                    <a:ext uri="{9D8B030D-6E8A-4147-A177-3AD203B41FA5}">
                      <a16:colId xmlns:a16="http://schemas.microsoft.com/office/drawing/2014/main" val="316259701"/>
                    </a:ext>
                  </a:extLst>
                </a:gridCol>
                <a:gridCol w="1384183">
                  <a:extLst>
                    <a:ext uri="{9D8B030D-6E8A-4147-A177-3AD203B41FA5}">
                      <a16:colId xmlns:a16="http://schemas.microsoft.com/office/drawing/2014/main" val="1485083013"/>
                    </a:ext>
                  </a:extLst>
                </a:gridCol>
              </a:tblGrid>
              <a:tr h="5346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NO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거래명세서의 상품번호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/>
                        <a:t>물류 입고용 상품명 </a:t>
                      </a:r>
                      <a:r>
                        <a:rPr lang="en-US" altLang="ko-KR" sz="1600" b="1"/>
                        <a:t>+ </a:t>
                      </a:r>
                      <a:r>
                        <a:rPr lang="ko-KR" altLang="en-US" sz="1600" b="1"/>
                        <a:t>옵션명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/>
                        <a:t>BOX </a:t>
                      </a:r>
                      <a:r>
                        <a:rPr lang="ko-KR" altLang="en-US" sz="1600" b="1"/>
                        <a:t>수량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/>
                        <a:t>수량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유통기한</a:t>
                      </a:r>
                      <a:endParaRPr lang="en-US" altLang="ko-KR" sz="1600" b="1" dirty="0"/>
                    </a:p>
                    <a:p>
                      <a:pPr algn="ctr" latinLnBrk="1"/>
                      <a:r>
                        <a:rPr lang="en-US" altLang="ko-KR" sz="1600" b="1" dirty="0"/>
                        <a:t>/</a:t>
                      </a:r>
                      <a:r>
                        <a:rPr lang="ko-KR" altLang="en-US" sz="1600" b="1" dirty="0"/>
                        <a:t>제조일자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075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1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13514833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표고버섯 </a:t>
                      </a:r>
                      <a:r>
                        <a:rPr lang="ko-KR" altLang="en-US" sz="1600" b="1" dirty="0" err="1"/>
                        <a:t>크리스프</a:t>
                      </a:r>
                      <a:r>
                        <a:rPr lang="ko-KR" altLang="en-US" sz="1600" b="1" dirty="0"/>
                        <a:t> 오리지널 </a:t>
                      </a:r>
                      <a:r>
                        <a:rPr lang="en-US" altLang="ko-KR" sz="1600" b="1" dirty="0"/>
                        <a:t>65g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810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kern="1200" noProof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2026-10-27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592087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2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21607243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err="1"/>
                        <a:t>디제이앤에이</a:t>
                      </a:r>
                      <a:r>
                        <a:rPr lang="ko-KR" altLang="en-US" sz="1600" b="1" dirty="0"/>
                        <a:t> </a:t>
                      </a:r>
                      <a:r>
                        <a:rPr lang="ko-KR" altLang="en-US" sz="1600" b="1" dirty="0" err="1"/>
                        <a:t>포테이토</a:t>
                      </a:r>
                      <a:r>
                        <a:rPr lang="ko-KR" altLang="en-US" sz="1600" b="1" dirty="0"/>
                        <a:t> </a:t>
                      </a:r>
                      <a:r>
                        <a:rPr lang="ko-KR" altLang="en-US" sz="1600" b="1" dirty="0" err="1"/>
                        <a:t>웨지</a:t>
                      </a:r>
                      <a:r>
                        <a:rPr lang="ko-KR" altLang="en-US" sz="1600" b="1" dirty="0"/>
                        <a:t> </a:t>
                      </a:r>
                      <a:r>
                        <a:rPr lang="ko-KR" altLang="en-US" sz="1600" b="1" dirty="0" err="1"/>
                        <a:t>스위트칠리</a:t>
                      </a:r>
                      <a:r>
                        <a:rPr lang="ko-KR" altLang="en-US" sz="1600" b="1" dirty="0"/>
                        <a:t> </a:t>
                      </a:r>
                      <a:r>
                        <a:rPr lang="en-US" altLang="ko-KR" sz="1600" b="1" dirty="0"/>
                        <a:t>100g, 3</a:t>
                      </a:r>
                      <a:r>
                        <a:rPr lang="ko-KR" altLang="en-US" sz="1600" b="1" dirty="0"/>
                        <a:t>개</a:t>
                      </a:r>
                    </a:p>
                    <a:p>
                      <a:pPr algn="ctr" latinLnBrk="1"/>
                      <a:r>
                        <a:rPr lang="ko-KR" altLang="en-US" sz="1600" b="1" dirty="0"/>
                        <a:t>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10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kern="1200" noProof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2026-08-04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2479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3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40858407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err="1"/>
                        <a:t>디제이앤에이</a:t>
                      </a:r>
                      <a:r>
                        <a:rPr lang="ko-KR" altLang="en-US" sz="1600" b="1" dirty="0"/>
                        <a:t> 표고버섯 </a:t>
                      </a:r>
                      <a:r>
                        <a:rPr lang="ko-KR" altLang="en-US" sz="1600" b="1" dirty="0" err="1"/>
                        <a:t>저키</a:t>
                      </a:r>
                      <a:r>
                        <a:rPr lang="ko-KR" altLang="en-US" sz="1600" b="1" dirty="0"/>
                        <a:t> 오리지널 </a:t>
                      </a:r>
                      <a:r>
                        <a:rPr lang="en-US" altLang="ko-KR" sz="1600" b="1" dirty="0"/>
                        <a:t>60g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12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kern="1200" noProof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2026-09-09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352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0454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28A12BFD2E855C44BBB48D01DE229BDB" ma:contentTypeVersion="7" ma:contentTypeDescription="새 문서를 만듭니다." ma:contentTypeScope="" ma:versionID="d8c2fa0461f9fb73914c3c11caf3a05d">
  <xsd:schema xmlns:xsd="http://www.w3.org/2001/XMLSchema" xmlns:xs="http://www.w3.org/2001/XMLSchema" xmlns:p="http://schemas.microsoft.com/office/2006/metadata/properties" xmlns:ns2="53d4ffb7-e859-4ef8-a22f-461c9745f269" targetNamespace="http://schemas.microsoft.com/office/2006/metadata/properties" ma:root="true" ma:fieldsID="b8cd35f899a09974528b890fe428ca68" ns2:_="">
    <xsd:import namespace="53d4ffb7-e859-4ef8-a22f-461c9745f2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d4ffb7-e859-4ef8-a22f-461c9745f2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8D34B4B-A096-4EB4-8A0E-7D1AAA2E9BD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0CD0F93-BC0C-40A3-95A1-1E2374EA6E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3d4ffb7-e859-4ef8-a22f-461c9745f2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725EAD7-84AA-4B25-B35C-52BC9DF0E4B4}">
  <ds:schemaRefs>
    <ds:schemaRef ds:uri="http://purl.org/dc/elements/1.1/"/>
    <ds:schemaRef ds:uri="http://schemas.microsoft.com/office/2006/documentManagement/types"/>
    <ds:schemaRef ds:uri="53d4ffb7-e859-4ef8-a22f-461c9745f269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1ca08a24-811b-4cde-b1c4-c4fc564e6c1b}" enabled="1" method="Privileged" siteId="{12c81444-da61-4c81-9b00-23ea22f8ee3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87</Words>
  <Application>Microsoft Office PowerPoint</Application>
  <PresentationFormat>와이드스크린</PresentationFormat>
  <Paragraphs>31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Logan DS Lee [RG Milkrun]</dc:creator>
  <cp:lastModifiedBy>junhyeok han</cp:lastModifiedBy>
  <cp:revision>81</cp:revision>
  <dcterms:created xsi:type="dcterms:W3CDTF">2024-09-27T07:45:49Z</dcterms:created>
  <dcterms:modified xsi:type="dcterms:W3CDTF">2026-06-25T03:54:03Z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0x01010028A12BFD2E855C44BBB48D01DE229BDB</vt:lpwstr>
  </property>
  <property fmtid="{D5CDD505-2E9C-101B-9397-08002B2CF9AE}" pid="3" name="Order">
    <vt:r8>755100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</Properties>
</file>